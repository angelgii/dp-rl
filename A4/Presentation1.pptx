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97B20-E0B1-C00D-DFF1-9F9BFACC9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30D9B-E944-61A3-4A34-61984D812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99E48-D9F8-52E7-CD73-F6523F1A3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BC34A-B750-5FF3-981C-BE73C9B03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D7AF-231C-F789-BA80-431E76BD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0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A051-B8F8-2011-FE8C-90D25423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78EB1-721D-DC14-1B8C-A2B9A6C51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AAECA-4887-4084-F1F4-2965F586B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0F0A2-D9AA-B6E5-DFD7-6FE1DFEA2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DAAF6-971B-61EB-B137-76CC2DAA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4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52D3D-99B1-F2A8-754D-8008A96A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73BC1-F6B3-4D4D-8625-DD3FC3CD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01DA5-1F2E-C9E8-0903-3ABA4463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AF8B6-63ED-60EF-4DD4-42CCF7D3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9980-C89F-2AB2-4F83-F79BB38C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26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53B6-5517-7716-B5E5-8226C3FB8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EEDF4-3B9E-B054-103F-8660B8F89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A8CF2-08DD-3D4A-3DE5-1DF17ED6C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5950F-524E-3DB7-388C-B1EC5A86A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790C9-4A70-6B53-ECB8-727D185F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E0809-6605-6EE1-DF8C-3AC1A855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24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D66FE-5B04-E96F-C852-6377A05EC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EDEC5-6C0D-305C-D259-24031E372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EB7F5-8DBE-8127-A7DC-413A6A53D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6DC49-B87D-2B52-3105-F939CE95A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DE1C2-62E0-D73C-19CB-0CB626CAF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93AF13-7824-B828-9AFC-0BD682C4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FD2C9-C575-63EA-EBC5-1A0491A5C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543CA9-8928-876E-DACA-9587137C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06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5BCD-EDC6-14FF-4901-2371D52A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B889A1-C347-548C-8AB6-569530ED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A71DE-0249-7233-B84C-152124E32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299CB-BA37-0733-EC99-DF36E719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39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10BB2-2A50-4A01-704B-13309AC44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93B87-F2DD-44FB-C268-A815A8B07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21508-FB2D-F63B-A80D-92F9F5BB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5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DE01-314F-08D5-2898-46FD4BE9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11E8-8198-23D2-6332-E6A05FB28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298CA-B407-5B46-023E-B893CA270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5187B-E138-9C46-B58C-A9F1FB02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802C9-1FA8-00FE-3A84-BFB6A608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ED9D5-CE4A-97C6-80B1-3E000609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99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E77A-D84B-AC38-68F0-466065E85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F2CC7-16B7-7338-B931-2E69A87BA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E1DAB-4A18-4F97-9582-2156A40F9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6CF7B-BB27-5C26-929C-BFAEAB016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540F9-1486-F06B-6E26-37E6FB163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02BF7-2F29-FCA8-43E2-B5AE987F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09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9381-3981-E46B-D0C2-7FB31E55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2E628-AA95-88AD-5160-1F0E62A40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83D7B-0458-E726-A5C8-36F5E3AB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345AD-E2B1-972F-9B39-3D0C76192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6948D-40E6-C899-EE80-B7851775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68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FD5D0-3393-D004-1C55-1075A92F9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99B2A1-520D-D1AC-7AB4-228228975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39C0A-5942-0240-7C4B-419B6EAD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374B8-1D2D-761C-C096-BDBBC559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CC7A3-DA08-9357-B119-EEE90A0A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5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BA901-4A06-093F-B72E-4B40FB5C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0F8EF-6BEA-F623-01F9-0462078AE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333C-9B1B-004F-CD97-17BD0C19F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5D4D7-2812-403C-BA55-2A9326E0E7DF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F9F50-A708-DA62-D2BC-013DB3C7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729ED-5314-779E-AA3F-FE65A94D8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9F16A-A687-4100-85C9-4C9585080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6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B511122-C00A-0353-54C2-201DB3CDC0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290"/>
          <a:stretch/>
        </p:blipFill>
        <p:spPr>
          <a:xfrm>
            <a:off x="979866" y="1028527"/>
            <a:ext cx="1664274" cy="20671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0B905E-9A76-CB61-977F-2C378D827D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495" b="519"/>
          <a:stretch/>
        </p:blipFill>
        <p:spPr>
          <a:xfrm>
            <a:off x="6489317" y="1025661"/>
            <a:ext cx="1664273" cy="207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10B0A7-7799-0FF0-B9B1-E385DBFD02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05" t="52290" r="505"/>
          <a:stretch/>
        </p:blipFill>
        <p:spPr>
          <a:xfrm>
            <a:off x="2816350" y="1028527"/>
            <a:ext cx="1664273" cy="20671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CECA80-FEC0-30BC-2D33-B5AD2B43A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833" y="1028527"/>
            <a:ext cx="1664274" cy="20671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058246-79E8-8364-273D-C8316CD82C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66"/>
          <a:stretch/>
        </p:blipFill>
        <p:spPr>
          <a:xfrm>
            <a:off x="1104900" y="3901824"/>
            <a:ext cx="9982200" cy="126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615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852C-2073-CB05-7A69-599DBBC90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E63B558-C0F2-CAC9-3497-4E8834566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33" y="236468"/>
            <a:ext cx="2910834" cy="1110945"/>
          </a:xfr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F17BE87-1F0F-D026-BFEE-C78BB8FFF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33" y="2067683"/>
            <a:ext cx="2819193" cy="1110945"/>
          </a:xfrm>
          <a:prstGeom prst="rect">
            <a:avLst/>
          </a:prstGeom>
        </p:spPr>
      </p:pic>
      <p:pic>
        <p:nvPicPr>
          <p:cNvPr id="11" name="Picture 1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34031CA-5E8F-1797-0D32-A6976BC28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996" y="550738"/>
            <a:ext cx="2810824" cy="1110945"/>
          </a:xfrm>
          <a:prstGeom prst="rect">
            <a:avLst/>
          </a:prstGeom>
        </p:spPr>
      </p:pic>
      <p:pic>
        <p:nvPicPr>
          <p:cNvPr id="13" name="Picture 1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51D8981-68B9-7E7F-2B60-62F0D6642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848" y="4478022"/>
            <a:ext cx="2457872" cy="973151"/>
          </a:xfrm>
          <a:prstGeom prst="rect">
            <a:avLst/>
          </a:prstGeom>
        </p:spPr>
      </p:pic>
      <p:pic>
        <p:nvPicPr>
          <p:cNvPr id="17" name="Picture 1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BFCDD7E-3828-69C3-A947-8B5731C4E2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" y="3679373"/>
            <a:ext cx="3125505" cy="123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80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84D4B9-98A1-0B5E-857F-E7F738FEC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69" y="235943"/>
            <a:ext cx="3254022" cy="319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85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623AD00-DB5C-C438-64DB-3FCE9A5286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94" t="228" r="36701" b="94990"/>
          <a:stretch/>
        </p:blipFill>
        <p:spPr>
          <a:xfrm>
            <a:off x="83820" y="36553"/>
            <a:ext cx="3307080" cy="167640"/>
          </a:xfrm>
          <a:prstGeom prst="rect">
            <a:avLst/>
          </a:prstGeom>
        </p:spPr>
      </p:pic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13DC0A1-A2BF-1D9E-EB32-5363E9C801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3" t="68686" r="2105" b="-202"/>
          <a:stretch/>
        </p:blipFill>
        <p:spPr>
          <a:xfrm>
            <a:off x="83820" y="204193"/>
            <a:ext cx="8625840" cy="1104900"/>
          </a:xfrm>
          <a:prstGeom prst="rect">
            <a:avLst/>
          </a:prstGeom>
        </p:spPr>
      </p:pic>
      <p:pic>
        <p:nvPicPr>
          <p:cNvPr id="6" name="Picture 5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C6B7B236-27A4-F78B-6C51-348FB7C21B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9" t="3599" r="38567" b="90503"/>
          <a:stretch/>
        </p:blipFill>
        <p:spPr>
          <a:xfrm>
            <a:off x="83820" y="1424810"/>
            <a:ext cx="3307080" cy="218118"/>
          </a:xfrm>
          <a:prstGeom prst="rect">
            <a:avLst/>
          </a:prstGeom>
        </p:spPr>
      </p:pic>
      <p:pic>
        <p:nvPicPr>
          <p:cNvPr id="7" name="Picture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E8631053-A5D5-7552-D8CA-20DCA0D914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1" t="71491" r="3104" b="-2011"/>
          <a:stretch/>
        </p:blipFill>
        <p:spPr>
          <a:xfrm>
            <a:off x="83820" y="1642928"/>
            <a:ext cx="8625840" cy="1105638"/>
          </a:xfrm>
          <a:prstGeom prst="rect">
            <a:avLst/>
          </a:prstGeom>
        </p:spPr>
      </p:pic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60A5B8E-B7FB-9BC9-957A-B88A6D62011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" t="69037" r="2355"/>
          <a:stretch/>
        </p:blipFill>
        <p:spPr>
          <a:xfrm>
            <a:off x="83820" y="2966684"/>
            <a:ext cx="8625840" cy="1114570"/>
          </a:xfrm>
          <a:prstGeom prst="rect">
            <a:avLst/>
          </a:prstGeom>
        </p:spPr>
      </p:pic>
      <p:pic>
        <p:nvPicPr>
          <p:cNvPr id="9" name="Picture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9E25488-E909-C568-DDBB-F0C2AFF9F8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4" t="3790" r="38165" b="92421"/>
          <a:stretch/>
        </p:blipFill>
        <p:spPr>
          <a:xfrm>
            <a:off x="83820" y="2848145"/>
            <a:ext cx="3307080" cy="139421"/>
          </a:xfrm>
          <a:prstGeom prst="rect">
            <a:avLst/>
          </a:prstGeom>
        </p:spPr>
      </p:pic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E3025F1-6F2C-F617-E30B-C7535EAC8BA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3" t="69183" r="2080" b="-1"/>
          <a:stretch/>
        </p:blipFill>
        <p:spPr>
          <a:xfrm>
            <a:off x="83820" y="4453206"/>
            <a:ext cx="8625840" cy="1094284"/>
          </a:xfrm>
          <a:prstGeom prst="rect">
            <a:avLst/>
          </a:prstGeom>
        </p:spPr>
      </p:pic>
      <p:pic>
        <p:nvPicPr>
          <p:cNvPr id="11" name="Picture 10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8325233-B424-975D-8C65-EF03A95A3BF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2" t="1711" r="38696" b="93998"/>
          <a:stretch/>
        </p:blipFill>
        <p:spPr>
          <a:xfrm>
            <a:off x="83820" y="4296100"/>
            <a:ext cx="3307080" cy="157106"/>
          </a:xfrm>
          <a:prstGeom prst="rect">
            <a:avLst/>
          </a:prstGeom>
        </p:spPr>
      </p:pic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A46B203-D3F2-EFB1-A307-A55BB81808E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70792" r="1136"/>
          <a:stretch/>
        </p:blipFill>
        <p:spPr>
          <a:xfrm>
            <a:off x="83820" y="5821286"/>
            <a:ext cx="8625840" cy="1036714"/>
          </a:xfrm>
          <a:prstGeom prst="rect">
            <a:avLst/>
          </a:prstGeom>
        </p:spPr>
      </p:pic>
      <p:pic>
        <p:nvPicPr>
          <p:cNvPr id="13" name="Picture 1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726B404-D702-9F0B-1293-289B00BE3FC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17" t="1733" r="37716" b="94029"/>
          <a:stretch/>
        </p:blipFill>
        <p:spPr>
          <a:xfrm>
            <a:off x="83820" y="5666208"/>
            <a:ext cx="3307080" cy="15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83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4AEA020-F47C-4D8F-B20C-E5BDB814A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9" name="Picture 18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B7A6B9A6-28AD-45EB-2430-92083C4A29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8" r="1" b="3041"/>
          <a:stretch/>
        </p:blipFill>
        <p:spPr>
          <a:xfrm>
            <a:off x="1005840" y="545007"/>
            <a:ext cx="4990352" cy="2801817"/>
          </a:xfrm>
          <a:prstGeom prst="rect">
            <a:avLst/>
          </a:prstGeom>
        </p:spPr>
      </p:pic>
      <p:pic>
        <p:nvPicPr>
          <p:cNvPr id="30" name="Picture 29" descr="A graph showing a graph of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F36D4650-B32C-926E-6B9E-D5AA85B22A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0" r="1" b="5479"/>
          <a:stretch/>
        </p:blipFill>
        <p:spPr>
          <a:xfrm>
            <a:off x="6184526" y="545007"/>
            <a:ext cx="4990352" cy="2801817"/>
          </a:xfrm>
          <a:prstGeom prst="rect">
            <a:avLst/>
          </a:prstGeom>
        </p:spPr>
      </p:pic>
      <p:pic>
        <p:nvPicPr>
          <p:cNvPr id="22" name="Picture 21" descr="A screenshot of a graph&#10;&#10;Description automatically generated">
            <a:extLst>
              <a:ext uri="{FF2B5EF4-FFF2-40B4-BE49-F238E27FC236}">
                <a16:creationId xmlns:a16="http://schemas.microsoft.com/office/drawing/2014/main" id="{6A77D396-D977-67E2-6AFD-ED235D61B8D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" t="4432" r="5" b="1779"/>
          <a:stretch/>
        </p:blipFill>
        <p:spPr>
          <a:xfrm>
            <a:off x="1017122" y="3473769"/>
            <a:ext cx="4990352" cy="2878481"/>
          </a:xfrm>
          <a:prstGeom prst="rect">
            <a:avLst/>
          </a:prstGeom>
        </p:spPr>
      </p:pic>
      <p:pic>
        <p:nvPicPr>
          <p:cNvPr id="24" name="Picture 23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68BAFEB8-A3FE-5A00-6A58-A1FB4167591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8" r="1" b="3411"/>
          <a:stretch/>
        </p:blipFill>
        <p:spPr>
          <a:xfrm>
            <a:off x="6184526" y="3518539"/>
            <a:ext cx="4990352" cy="278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5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 Alamo, A.A. (Ángel)</dc:creator>
  <cp:lastModifiedBy>Gil Alamo, A.A. (Ángel)</cp:lastModifiedBy>
  <cp:revision>1</cp:revision>
  <dcterms:created xsi:type="dcterms:W3CDTF">2024-01-06T13:44:09Z</dcterms:created>
  <dcterms:modified xsi:type="dcterms:W3CDTF">2024-01-07T23:23:03Z</dcterms:modified>
</cp:coreProperties>
</file>